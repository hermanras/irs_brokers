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9" r:id="rId2"/>
    <p:sldId id="258" r:id="rId3"/>
    <p:sldId id="260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7CF126-D268-4BFB-A440-06EF2B49BAB8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837E6C-E5E5-4354-A217-61708D4ABD9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ZA"/>
            <a:t>Add a subtitle​</a:t>
          </a:r>
          <a:endParaRPr lang="en-US"/>
        </a:p>
      </dgm:t>
    </dgm:pt>
    <dgm:pt modelId="{1C18BF79-A1FE-4BF6-90A5-8FD0DD2C574A}" type="parTrans" cxnId="{AE679A1A-3B02-4CAD-B046-3F80EBF30F13}">
      <dgm:prSet/>
      <dgm:spPr/>
      <dgm:t>
        <a:bodyPr/>
        <a:lstStyle/>
        <a:p>
          <a:endParaRPr lang="en-US"/>
        </a:p>
      </dgm:t>
    </dgm:pt>
    <dgm:pt modelId="{A7615B2C-0D23-4826-88C8-3F35991776C5}" type="sibTrans" cxnId="{AE679A1A-3B02-4CAD-B046-3F80EBF30F13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D958A492-8F3F-441B-8120-F290FF632851}">
      <dgm:prSet/>
      <dgm:spPr/>
      <dgm:t>
        <a:bodyPr/>
        <a:lstStyle/>
        <a:p>
          <a:pPr>
            <a:lnSpc>
              <a:spcPct val="100000"/>
            </a:lnSpc>
          </a:pPr>
          <a:r>
            <a:rPr lang="en-ZA" dirty="0"/>
            <a:t>Give general information about this topic to add depth and clarity. Write short, interesting reference points that don’t need to be read aloud.​</a:t>
          </a:r>
          <a:endParaRPr lang="en-US" dirty="0"/>
        </a:p>
      </dgm:t>
    </dgm:pt>
    <dgm:pt modelId="{D112C414-8158-4BA2-AE03-06A9092F6EB4}" type="parTrans" cxnId="{86935537-B341-4032-8C3C-8F0E14F9A660}">
      <dgm:prSet/>
      <dgm:spPr/>
      <dgm:t>
        <a:bodyPr/>
        <a:lstStyle/>
        <a:p>
          <a:endParaRPr lang="en-US"/>
        </a:p>
      </dgm:t>
    </dgm:pt>
    <dgm:pt modelId="{45C659D6-BD88-4D2D-8A4F-9435169CB50E}" type="sibTrans" cxnId="{86935537-B341-4032-8C3C-8F0E14F9A660}">
      <dgm:prSet/>
      <dgm:spPr/>
      <dgm:t>
        <a:bodyPr/>
        <a:lstStyle/>
        <a:p>
          <a:endParaRPr lang="en-US"/>
        </a:p>
      </dgm:t>
    </dgm:pt>
    <dgm:pt modelId="{0030842A-70EC-49CA-9FF6-1E4FE5189AF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ZA"/>
            <a:t>Add a subtitle</a:t>
          </a:r>
          <a:endParaRPr lang="en-US"/>
        </a:p>
      </dgm:t>
    </dgm:pt>
    <dgm:pt modelId="{417FD433-423F-42DF-BEE0-530C47026CE5}" type="parTrans" cxnId="{9DD69336-82BF-4915-A8B9-C47645DEA9E7}">
      <dgm:prSet/>
      <dgm:spPr/>
      <dgm:t>
        <a:bodyPr/>
        <a:lstStyle/>
        <a:p>
          <a:endParaRPr lang="en-US"/>
        </a:p>
      </dgm:t>
    </dgm:pt>
    <dgm:pt modelId="{924BA0D9-678B-4988-8BBF-6393F03E3DA8}" type="sibTrans" cxnId="{9DD69336-82BF-4915-A8B9-C47645DEA9E7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8A9DDB35-5082-451D-8B94-31E615FB7FB7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Give general information about this topic to add depth and clarity. Write short, interesting reference points that don’t need to be read aloud.​</a:t>
          </a:r>
          <a:endParaRPr lang="en-US"/>
        </a:p>
      </dgm:t>
    </dgm:pt>
    <dgm:pt modelId="{9D773CD1-049C-460C-AB89-424304B93D7C}" type="parTrans" cxnId="{925C7CA0-202E-4F0A-B73A-4009086E7502}">
      <dgm:prSet/>
      <dgm:spPr/>
      <dgm:t>
        <a:bodyPr/>
        <a:lstStyle/>
        <a:p>
          <a:endParaRPr lang="en-US"/>
        </a:p>
      </dgm:t>
    </dgm:pt>
    <dgm:pt modelId="{AC9CE7D8-3D51-4958-8E20-583D1642AD82}" type="sibTrans" cxnId="{925C7CA0-202E-4F0A-B73A-4009086E7502}">
      <dgm:prSet/>
      <dgm:spPr/>
      <dgm:t>
        <a:bodyPr/>
        <a:lstStyle/>
        <a:p>
          <a:endParaRPr lang="en-US"/>
        </a:p>
      </dgm:t>
    </dgm:pt>
    <dgm:pt modelId="{59DEE654-0E81-4C4F-BDED-57F04BED161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ZA"/>
            <a:t>Add a subtitle​</a:t>
          </a:r>
          <a:endParaRPr lang="en-US"/>
        </a:p>
      </dgm:t>
    </dgm:pt>
    <dgm:pt modelId="{5306EE8C-2C35-4E7D-8863-FD7FDA8F6539}" type="parTrans" cxnId="{1B702E6F-1A23-4998-8635-5936310D9752}">
      <dgm:prSet/>
      <dgm:spPr/>
      <dgm:t>
        <a:bodyPr/>
        <a:lstStyle/>
        <a:p>
          <a:endParaRPr lang="en-US"/>
        </a:p>
      </dgm:t>
    </dgm:pt>
    <dgm:pt modelId="{42929A7A-7080-495B-947D-13E14192242C}" type="sibTrans" cxnId="{1B702E6F-1A23-4998-8635-5936310D9752}">
      <dgm:prSet/>
      <dgm:spPr/>
      <dgm:t>
        <a:bodyPr/>
        <a:lstStyle/>
        <a:p>
          <a:endParaRPr lang="en-US"/>
        </a:p>
      </dgm:t>
    </dgm:pt>
    <dgm:pt modelId="{A55B5507-AC11-4B32-81CB-97598886C493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Give general information about this topic to add depth and clarity. Write short, interesting reference points that don’t need to be read aloud.​</a:t>
          </a:r>
          <a:endParaRPr lang="en-US"/>
        </a:p>
      </dgm:t>
    </dgm:pt>
    <dgm:pt modelId="{D11D1E7F-22EC-4491-9D5A-B172A0E57B7C}" type="parTrans" cxnId="{8549092A-F8C9-4E04-BAE5-7058854E7D77}">
      <dgm:prSet/>
      <dgm:spPr/>
      <dgm:t>
        <a:bodyPr/>
        <a:lstStyle/>
        <a:p>
          <a:endParaRPr lang="en-US"/>
        </a:p>
      </dgm:t>
    </dgm:pt>
    <dgm:pt modelId="{BE9AF2C7-C371-46A5-A45A-13F2E02EA994}" type="sibTrans" cxnId="{8549092A-F8C9-4E04-BAE5-7058854E7D77}">
      <dgm:prSet/>
      <dgm:spPr/>
      <dgm:t>
        <a:bodyPr/>
        <a:lstStyle/>
        <a:p>
          <a:endParaRPr lang="en-US"/>
        </a:p>
      </dgm:t>
    </dgm:pt>
    <dgm:pt modelId="{F3815B73-7039-4CFD-B446-C0D1B9EB1EFE}" type="pres">
      <dgm:prSet presAssocID="{F97CF126-D268-4BFB-A440-06EF2B49BAB8}" presName="Name0" presStyleCnt="0">
        <dgm:presLayoutVars>
          <dgm:dir/>
          <dgm:resizeHandles val="exact"/>
        </dgm:presLayoutVars>
      </dgm:prSet>
      <dgm:spPr/>
    </dgm:pt>
    <dgm:pt modelId="{3768FCCD-4117-4A37-B3E6-F695BFE77C57}" type="pres">
      <dgm:prSet presAssocID="{69837E6C-E5E5-4354-A217-61708D4ABD99}" presName="compNode" presStyleCnt="0"/>
      <dgm:spPr/>
    </dgm:pt>
    <dgm:pt modelId="{08EFDB64-F627-4B67-A92F-E1A39DCAA2F7}" type="pres">
      <dgm:prSet presAssocID="{69837E6C-E5E5-4354-A217-61708D4ABD99}" presName="pictRect" presStyleLbl="revTx" presStyleIdx="0" presStyleCnt="6">
        <dgm:presLayoutVars>
          <dgm:chMax val="0"/>
          <dgm:bulletEnabled/>
        </dgm:presLayoutVars>
      </dgm:prSet>
      <dgm:spPr/>
    </dgm:pt>
    <dgm:pt modelId="{3CE37825-DFBA-4858-B861-6D4072285870}" type="pres">
      <dgm:prSet presAssocID="{69837E6C-E5E5-4354-A217-61708D4ABD99}" presName="textRect" presStyleLbl="revTx" presStyleIdx="1" presStyleCnt="6">
        <dgm:presLayoutVars>
          <dgm:bulletEnabled/>
        </dgm:presLayoutVars>
      </dgm:prSet>
      <dgm:spPr/>
    </dgm:pt>
    <dgm:pt modelId="{77CE5A9F-00E0-4088-B446-8DCD12AABD33}" type="pres">
      <dgm:prSet presAssocID="{A7615B2C-0D23-4826-88C8-3F35991776C5}" presName="sibTrans" presStyleLbl="sibTrans2D1" presStyleIdx="0" presStyleCnt="0"/>
      <dgm:spPr/>
    </dgm:pt>
    <dgm:pt modelId="{85DA47D9-97F6-4DD5-B7ED-34EBB368BCC1}" type="pres">
      <dgm:prSet presAssocID="{0030842A-70EC-49CA-9FF6-1E4FE5189AF4}" presName="compNode" presStyleCnt="0"/>
      <dgm:spPr/>
    </dgm:pt>
    <dgm:pt modelId="{B549B2F6-FF43-43BE-ACC8-936911A9AA47}" type="pres">
      <dgm:prSet presAssocID="{0030842A-70EC-49CA-9FF6-1E4FE5189AF4}" presName="pictRect" presStyleLbl="revTx" presStyleIdx="2" presStyleCnt="6">
        <dgm:presLayoutVars>
          <dgm:chMax val="0"/>
          <dgm:bulletEnabled/>
        </dgm:presLayoutVars>
      </dgm:prSet>
      <dgm:spPr/>
    </dgm:pt>
    <dgm:pt modelId="{882D5BC1-050A-4F9B-88BC-98D8C56450EA}" type="pres">
      <dgm:prSet presAssocID="{0030842A-70EC-49CA-9FF6-1E4FE5189AF4}" presName="textRect" presStyleLbl="revTx" presStyleIdx="3" presStyleCnt="6">
        <dgm:presLayoutVars>
          <dgm:bulletEnabled/>
        </dgm:presLayoutVars>
      </dgm:prSet>
      <dgm:spPr/>
    </dgm:pt>
    <dgm:pt modelId="{0EF70AF9-F026-4B14-819B-A4D56B011282}" type="pres">
      <dgm:prSet presAssocID="{924BA0D9-678B-4988-8BBF-6393F03E3DA8}" presName="sibTrans" presStyleLbl="sibTrans2D1" presStyleIdx="0" presStyleCnt="0"/>
      <dgm:spPr/>
    </dgm:pt>
    <dgm:pt modelId="{E01955C6-9F68-4974-B351-99F32ABA2F25}" type="pres">
      <dgm:prSet presAssocID="{59DEE654-0E81-4C4F-BDED-57F04BED1614}" presName="compNode" presStyleCnt="0"/>
      <dgm:spPr/>
    </dgm:pt>
    <dgm:pt modelId="{F7D7DFB9-4DDF-4FD7-B3D3-EE6F910883A0}" type="pres">
      <dgm:prSet presAssocID="{59DEE654-0E81-4C4F-BDED-57F04BED1614}" presName="pictRect" presStyleLbl="revTx" presStyleIdx="4" presStyleCnt="6">
        <dgm:presLayoutVars>
          <dgm:chMax val="0"/>
          <dgm:bulletEnabled/>
        </dgm:presLayoutVars>
      </dgm:prSet>
      <dgm:spPr/>
    </dgm:pt>
    <dgm:pt modelId="{D832BBF4-F0ED-4D31-9B5A-05BBE7FAF95A}" type="pres">
      <dgm:prSet presAssocID="{59DEE654-0E81-4C4F-BDED-57F04BED1614}" presName="textRect" presStyleLbl="revTx" presStyleIdx="5" presStyleCnt="6">
        <dgm:presLayoutVars>
          <dgm:bulletEnabled/>
        </dgm:presLayoutVars>
      </dgm:prSet>
      <dgm:spPr/>
    </dgm:pt>
  </dgm:ptLst>
  <dgm:cxnLst>
    <dgm:cxn modelId="{7785FE02-7670-4104-8152-86D1C73787CA}" type="presOf" srcId="{F97CF126-D268-4BFB-A440-06EF2B49BAB8}" destId="{F3815B73-7039-4CFD-B446-C0D1B9EB1EFE}" srcOrd="0" destOrd="0" presId="urn:microsoft.com/office/officeart/2024/3/layout/hArchList1"/>
    <dgm:cxn modelId="{9D92510A-3A62-4FAF-9177-A2C240F67A0C}" type="presOf" srcId="{69837E6C-E5E5-4354-A217-61708D4ABD99}" destId="{08EFDB64-F627-4B67-A92F-E1A39DCAA2F7}" srcOrd="0" destOrd="0" presId="urn:microsoft.com/office/officeart/2024/3/layout/hArchList1"/>
    <dgm:cxn modelId="{AE679A1A-3B02-4CAD-B046-3F80EBF30F13}" srcId="{F97CF126-D268-4BFB-A440-06EF2B49BAB8}" destId="{69837E6C-E5E5-4354-A217-61708D4ABD99}" srcOrd="0" destOrd="0" parTransId="{1C18BF79-A1FE-4BF6-90A5-8FD0DD2C574A}" sibTransId="{A7615B2C-0D23-4826-88C8-3F35991776C5}"/>
    <dgm:cxn modelId="{8549092A-F8C9-4E04-BAE5-7058854E7D77}" srcId="{59DEE654-0E81-4C4F-BDED-57F04BED1614}" destId="{A55B5507-AC11-4B32-81CB-97598886C493}" srcOrd="0" destOrd="0" parTransId="{D11D1E7F-22EC-4491-9D5A-B172A0E57B7C}" sibTransId="{BE9AF2C7-C371-46A5-A45A-13F2E02EA994}"/>
    <dgm:cxn modelId="{9DD69336-82BF-4915-A8B9-C47645DEA9E7}" srcId="{F97CF126-D268-4BFB-A440-06EF2B49BAB8}" destId="{0030842A-70EC-49CA-9FF6-1E4FE5189AF4}" srcOrd="1" destOrd="0" parTransId="{417FD433-423F-42DF-BEE0-530C47026CE5}" sibTransId="{924BA0D9-678B-4988-8BBF-6393F03E3DA8}"/>
    <dgm:cxn modelId="{86935537-B341-4032-8C3C-8F0E14F9A660}" srcId="{69837E6C-E5E5-4354-A217-61708D4ABD99}" destId="{D958A492-8F3F-441B-8120-F290FF632851}" srcOrd="0" destOrd="0" parTransId="{D112C414-8158-4BA2-AE03-06A9092F6EB4}" sibTransId="{45C659D6-BD88-4D2D-8A4F-9435169CB50E}"/>
    <dgm:cxn modelId="{1B702E6F-1A23-4998-8635-5936310D9752}" srcId="{F97CF126-D268-4BFB-A440-06EF2B49BAB8}" destId="{59DEE654-0E81-4C4F-BDED-57F04BED1614}" srcOrd="2" destOrd="0" parTransId="{5306EE8C-2C35-4E7D-8863-FD7FDA8F6539}" sibTransId="{42929A7A-7080-495B-947D-13E14192242C}"/>
    <dgm:cxn modelId="{38E75E58-A3E9-47CB-A370-48E71FB5E836}" type="presOf" srcId="{8A9DDB35-5082-451D-8B94-31E615FB7FB7}" destId="{882D5BC1-050A-4F9B-88BC-98D8C56450EA}" srcOrd="0" destOrd="0" presId="urn:microsoft.com/office/officeart/2024/3/layout/hArchList1"/>
    <dgm:cxn modelId="{925C7CA0-202E-4F0A-B73A-4009086E7502}" srcId="{0030842A-70EC-49CA-9FF6-1E4FE5189AF4}" destId="{8A9DDB35-5082-451D-8B94-31E615FB7FB7}" srcOrd="0" destOrd="0" parTransId="{9D773CD1-049C-460C-AB89-424304B93D7C}" sibTransId="{AC9CE7D8-3D51-4958-8E20-583D1642AD82}"/>
    <dgm:cxn modelId="{594707A4-4378-4581-83F7-F8CD45F75F15}" type="presOf" srcId="{D958A492-8F3F-441B-8120-F290FF632851}" destId="{3CE37825-DFBA-4858-B861-6D4072285870}" srcOrd="0" destOrd="0" presId="urn:microsoft.com/office/officeart/2024/3/layout/hArchList1"/>
    <dgm:cxn modelId="{C1AB47AA-E18C-4333-B7A4-3F782224AF44}" type="presOf" srcId="{59DEE654-0E81-4C4F-BDED-57F04BED1614}" destId="{F7D7DFB9-4DDF-4FD7-B3D3-EE6F910883A0}" srcOrd="0" destOrd="0" presId="urn:microsoft.com/office/officeart/2024/3/layout/hArchList1"/>
    <dgm:cxn modelId="{19DBE6B6-DFD4-450D-92C2-B52FDFDAC342}" type="presOf" srcId="{A7615B2C-0D23-4826-88C8-3F35991776C5}" destId="{77CE5A9F-00E0-4088-B446-8DCD12AABD33}" srcOrd="0" destOrd="0" presId="urn:microsoft.com/office/officeart/2024/3/layout/hArchList1"/>
    <dgm:cxn modelId="{0FE821D4-6767-412D-8D0C-8B5235BEC766}" type="presOf" srcId="{A55B5507-AC11-4B32-81CB-97598886C493}" destId="{D832BBF4-F0ED-4D31-9B5A-05BBE7FAF95A}" srcOrd="0" destOrd="0" presId="urn:microsoft.com/office/officeart/2024/3/layout/hArchList1"/>
    <dgm:cxn modelId="{682FCAEB-DFC5-46FA-9D8E-9976388A0D8A}" type="presOf" srcId="{0030842A-70EC-49CA-9FF6-1E4FE5189AF4}" destId="{B549B2F6-FF43-43BE-ACC8-936911A9AA47}" srcOrd="0" destOrd="0" presId="urn:microsoft.com/office/officeart/2024/3/layout/hArchList1"/>
    <dgm:cxn modelId="{F340EDEF-DF91-4EB1-B263-566C257DE878}" type="presOf" srcId="{924BA0D9-678B-4988-8BBF-6393F03E3DA8}" destId="{0EF70AF9-F026-4B14-819B-A4D56B011282}" srcOrd="0" destOrd="0" presId="urn:microsoft.com/office/officeart/2024/3/layout/hArchList1"/>
    <dgm:cxn modelId="{34E6005A-CEA0-4CF8-8AA8-4C749436D07C}" type="presParOf" srcId="{F3815B73-7039-4CFD-B446-C0D1B9EB1EFE}" destId="{3768FCCD-4117-4A37-B3E6-F695BFE77C57}" srcOrd="0" destOrd="0" presId="urn:microsoft.com/office/officeart/2024/3/layout/hArchList1"/>
    <dgm:cxn modelId="{0D167507-FBDB-4F1D-B2B7-736E56B9E3F6}" type="presParOf" srcId="{3768FCCD-4117-4A37-B3E6-F695BFE77C57}" destId="{08EFDB64-F627-4B67-A92F-E1A39DCAA2F7}" srcOrd="0" destOrd="0" presId="urn:microsoft.com/office/officeart/2024/3/layout/hArchList1"/>
    <dgm:cxn modelId="{5B7DAF26-F714-47C1-BB89-76551B1F7447}" type="presParOf" srcId="{3768FCCD-4117-4A37-B3E6-F695BFE77C57}" destId="{3CE37825-DFBA-4858-B861-6D4072285870}" srcOrd="1" destOrd="0" presId="urn:microsoft.com/office/officeart/2024/3/layout/hArchList1"/>
    <dgm:cxn modelId="{43357116-295D-482A-AFB6-E46B89853716}" type="presParOf" srcId="{F3815B73-7039-4CFD-B446-C0D1B9EB1EFE}" destId="{77CE5A9F-00E0-4088-B446-8DCD12AABD33}" srcOrd="1" destOrd="0" presId="urn:microsoft.com/office/officeart/2024/3/layout/hArchList1"/>
    <dgm:cxn modelId="{19F49C40-7475-45FC-BB2D-040A022786CD}" type="presParOf" srcId="{F3815B73-7039-4CFD-B446-C0D1B9EB1EFE}" destId="{85DA47D9-97F6-4DD5-B7ED-34EBB368BCC1}" srcOrd="2" destOrd="0" presId="urn:microsoft.com/office/officeart/2024/3/layout/hArchList1"/>
    <dgm:cxn modelId="{004BEC84-2DD0-4253-A812-95C770574E7A}" type="presParOf" srcId="{85DA47D9-97F6-4DD5-B7ED-34EBB368BCC1}" destId="{B549B2F6-FF43-43BE-ACC8-936911A9AA47}" srcOrd="0" destOrd="0" presId="urn:microsoft.com/office/officeart/2024/3/layout/hArchList1"/>
    <dgm:cxn modelId="{CB60246A-12F1-4AD9-865F-D934F5969A91}" type="presParOf" srcId="{85DA47D9-97F6-4DD5-B7ED-34EBB368BCC1}" destId="{882D5BC1-050A-4F9B-88BC-98D8C56450EA}" srcOrd="1" destOrd="0" presId="urn:microsoft.com/office/officeart/2024/3/layout/hArchList1"/>
    <dgm:cxn modelId="{FC114BA5-E4C2-4DB0-8A2A-7195B3B4A3A5}" type="presParOf" srcId="{F3815B73-7039-4CFD-B446-C0D1B9EB1EFE}" destId="{0EF70AF9-F026-4B14-819B-A4D56B011282}" srcOrd="3" destOrd="0" presId="urn:microsoft.com/office/officeart/2024/3/layout/hArchList1"/>
    <dgm:cxn modelId="{8BD2B5F4-E641-4E10-A1DE-1E793B22FE8E}" type="presParOf" srcId="{F3815B73-7039-4CFD-B446-C0D1B9EB1EFE}" destId="{E01955C6-9F68-4974-B351-99F32ABA2F25}" srcOrd="4" destOrd="0" presId="urn:microsoft.com/office/officeart/2024/3/layout/hArchList1"/>
    <dgm:cxn modelId="{42ACBF83-A245-4F7F-B653-7DF972B141CC}" type="presParOf" srcId="{E01955C6-9F68-4974-B351-99F32ABA2F25}" destId="{F7D7DFB9-4DDF-4FD7-B3D3-EE6F910883A0}" srcOrd="0" destOrd="0" presId="urn:microsoft.com/office/officeart/2024/3/layout/hArchList1"/>
    <dgm:cxn modelId="{DD533A81-F680-4277-9388-B67CF700D60F}" type="presParOf" srcId="{E01955C6-9F68-4974-B351-99F32ABA2F25}" destId="{D832BBF4-F0ED-4D31-9B5A-05BBE7FAF95A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EFDB64-F627-4B67-A92F-E1A39DCAA2F7}">
      <dsp:nvSpPr>
        <dsp:cNvPr id="0" name=""/>
        <dsp:cNvSpPr/>
      </dsp:nvSpPr>
      <dsp:spPr>
        <a:xfrm>
          <a:off x="0" y="0"/>
          <a:ext cx="2331826" cy="314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1800" kern="1200"/>
            <a:t>Add a subtitle​</a:t>
          </a:r>
          <a:endParaRPr lang="en-US" sz="1800" kern="1200"/>
        </a:p>
      </dsp:txBody>
      <dsp:txXfrm>
        <a:off x="0" y="0"/>
        <a:ext cx="2331826" cy="314207"/>
      </dsp:txXfrm>
    </dsp:sp>
    <dsp:sp modelId="{3CE37825-DFBA-4858-B861-6D4072285870}">
      <dsp:nvSpPr>
        <dsp:cNvPr id="0" name=""/>
        <dsp:cNvSpPr/>
      </dsp:nvSpPr>
      <dsp:spPr>
        <a:xfrm>
          <a:off x="0" y="314207"/>
          <a:ext cx="2331826" cy="28278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/>
            <a:t>Give general information about this topic to add depth and clarity. Write short, interesting reference points that don’t need to be read aloud.​</a:t>
          </a:r>
          <a:endParaRPr lang="en-US" sz="1400" kern="1200" dirty="0"/>
        </a:p>
      </dsp:txBody>
      <dsp:txXfrm>
        <a:off x="0" y="314207"/>
        <a:ext cx="2331826" cy="2827869"/>
      </dsp:txXfrm>
    </dsp:sp>
    <dsp:sp modelId="{B549B2F6-FF43-43BE-ACC8-936911A9AA47}">
      <dsp:nvSpPr>
        <dsp:cNvPr id="0" name=""/>
        <dsp:cNvSpPr/>
      </dsp:nvSpPr>
      <dsp:spPr>
        <a:xfrm>
          <a:off x="2565008" y="0"/>
          <a:ext cx="2331826" cy="314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1800" kern="1200"/>
            <a:t>Add a subtitle</a:t>
          </a:r>
          <a:endParaRPr lang="en-US" sz="1800" kern="1200"/>
        </a:p>
      </dsp:txBody>
      <dsp:txXfrm>
        <a:off x="2565008" y="0"/>
        <a:ext cx="2331826" cy="314207"/>
      </dsp:txXfrm>
    </dsp:sp>
    <dsp:sp modelId="{882D5BC1-050A-4F9B-88BC-98D8C56450EA}">
      <dsp:nvSpPr>
        <dsp:cNvPr id="0" name=""/>
        <dsp:cNvSpPr/>
      </dsp:nvSpPr>
      <dsp:spPr>
        <a:xfrm>
          <a:off x="2565008" y="314207"/>
          <a:ext cx="2331826" cy="28278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/>
            <a:t>Give general information about this topic to add depth and clarity. Write short, interesting reference points that don’t need to be read aloud.​</a:t>
          </a:r>
          <a:endParaRPr lang="en-US" sz="1400" kern="1200"/>
        </a:p>
      </dsp:txBody>
      <dsp:txXfrm>
        <a:off x="2565008" y="314207"/>
        <a:ext cx="2331826" cy="2827869"/>
      </dsp:txXfrm>
    </dsp:sp>
    <dsp:sp modelId="{F7D7DFB9-4DDF-4FD7-B3D3-EE6F910883A0}">
      <dsp:nvSpPr>
        <dsp:cNvPr id="0" name=""/>
        <dsp:cNvSpPr/>
      </dsp:nvSpPr>
      <dsp:spPr>
        <a:xfrm>
          <a:off x="5130017" y="0"/>
          <a:ext cx="2331826" cy="314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ZA" sz="1800" kern="1200"/>
            <a:t>Add a subtitle​</a:t>
          </a:r>
          <a:endParaRPr lang="en-US" sz="1800" kern="1200"/>
        </a:p>
      </dsp:txBody>
      <dsp:txXfrm>
        <a:off x="5130017" y="0"/>
        <a:ext cx="2331826" cy="314207"/>
      </dsp:txXfrm>
    </dsp:sp>
    <dsp:sp modelId="{D832BBF4-F0ED-4D31-9B5A-05BBE7FAF95A}">
      <dsp:nvSpPr>
        <dsp:cNvPr id="0" name=""/>
        <dsp:cNvSpPr/>
      </dsp:nvSpPr>
      <dsp:spPr>
        <a:xfrm>
          <a:off x="5130017" y="314207"/>
          <a:ext cx="2331826" cy="28278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/>
            <a:t>Give general information about this topic to add depth and clarity. Write short, interesting reference points that don’t need to be read aloud.​</a:t>
          </a:r>
          <a:endParaRPr lang="en-US" sz="1400" kern="1200"/>
        </a:p>
      </dsp:txBody>
      <dsp:txXfrm>
        <a:off x="5130017" y="314207"/>
        <a:ext cx="2331826" cy="28278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436C7-D111-40A0-A187-A34DEE73080C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FC165-FDDB-40C3-BC42-09FFB634FD4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52960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25909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82301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040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86072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5528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0245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1264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95441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03410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50096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8569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7851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08922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38179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6804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8517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126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496CE-7B0E-4869-81DA-F68FB4F3962B}" type="datetimeFigureOut">
              <a:rPr lang="en-ZA" smtClean="0"/>
              <a:t>2026/01/29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E9954-81DD-4EEE-AD1C-E2DAF06D53D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50763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0573A24-AD84-4562-A993-7D04E1D18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C087F8-F09C-4C07-B55F-6081689A2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C49D257-5737-4C0D-89EA-9C311AF2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9176" y="0"/>
            <a:ext cx="6092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13D267A-94F5-488A-94C6-5D7156D9A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88333"/>
            <a:ext cx="6400800" cy="18570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6CE3EB2-91DF-4F5D-8874-744AAAE3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62908"/>
            <a:ext cx="6411743" cy="253218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9E07C8-BFFB-32A7-7EC0-CD2A23840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2403231"/>
            <a:ext cx="5192940" cy="2133600"/>
          </a:xfrm>
        </p:spPr>
        <p:txBody>
          <a:bodyPr anchor="ctr">
            <a:normAutofit/>
          </a:bodyPr>
          <a:lstStyle/>
          <a:p>
            <a:r>
              <a:rPr lang="en-ZA" dirty="0"/>
              <a:t>Product Overview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DDC6E9D-52C6-67C3-DCAE-CE561CE429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3" y="4831173"/>
            <a:ext cx="5192940" cy="1117687"/>
          </a:xfrm>
        </p:spPr>
        <p:txBody>
          <a:bodyPr>
            <a:normAutofit/>
          </a:bodyPr>
          <a:lstStyle/>
          <a:p>
            <a:r>
              <a:rPr lang="en-ZA" dirty="0"/>
              <a:t>29 January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3165F6-74EA-D3B1-4A5E-A8F0AD5AB9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79" y="956255"/>
            <a:ext cx="4809490" cy="494549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5798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6C5F1-1C1C-21F7-1B35-A10C9212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Sample Page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DD7CD7-E502-F827-43FB-89059EE08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364574" cy="1090789"/>
          </a:xfrm>
        </p:spPr>
        <p:txBody>
          <a:bodyPr/>
          <a:lstStyle/>
          <a:p>
            <a:pPr algn="ctr"/>
            <a:r>
              <a:rPr lang="en-ZA" dirty="0"/>
              <a:t>Slide</a:t>
            </a:r>
            <a:br>
              <a:rPr lang="en-ZA" dirty="0"/>
            </a:br>
            <a:fld id="{D04E9954-81DD-4EEE-AD1C-E2DAF06D53DE}" type="slidenum">
              <a:rPr lang="en-ZA" smtClean="0"/>
              <a:pPr algn="ctr"/>
              <a:t>2</a:t>
            </a:fld>
            <a:endParaRPr lang="en-ZA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942D70E-21DB-B775-8ED4-08C5DE0A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3599316"/>
          </a:xfrm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9537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655D52-F2FA-4137-8A31-499A4FE62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519FA1D-01C2-425F-B9AA-D69B4DD0A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C0D803F-BF83-4194-8691-90B027BD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16132F-CC4B-4C96-9C75-95DC7CD48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106B9FE-7E5A-4047-B5D3-C3C24BD3E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0EBA20-0A64-45D5-B937-FE93DCA01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5632" y="0"/>
            <a:ext cx="340636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EAD5E5B-543A-4690-8C75-BACF7FFB4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8739700-980C-4F96-84CD-97157DFE8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59089"/>
            <a:ext cx="9107362" cy="32116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52A2FDCB-3B06-44F3-A0AA-2C056C3E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9107363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56B5AF-EAFA-EC5A-AFF2-237BB162A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461844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Stuff &amp; More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9847C40-E995-DFE7-5295-000559E07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7684" y="-10698"/>
            <a:ext cx="2166258" cy="10907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3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Slide </a:t>
            </a:r>
            <a:fld id="{D04E9954-81DD-4EEE-AD1C-E2DAF06D53DE}" type="slidenum">
              <a:rPr lang="en-US" sz="330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algn="ctr"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33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1" name="Text Placeholder 6">
            <a:extLst>
              <a:ext uri="{FF2B5EF4-FFF2-40B4-BE49-F238E27FC236}">
                <a16:creationId xmlns:a16="http://schemas.microsoft.com/office/drawing/2014/main" id="{EAADF285-751F-5BF0-0423-075E57B0876F}"/>
              </a:ext>
            </a:extLst>
          </p:cNvPr>
          <p:cNvGraphicFramePr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680321" y="2336873"/>
          <a:ext cx="7461844" cy="3142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64991737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0</TotalTime>
  <Words>107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Trebuchet MS</vt:lpstr>
      <vt:lpstr>Berlin</vt:lpstr>
      <vt:lpstr>Product Overview</vt:lpstr>
      <vt:lpstr>Sample Page</vt:lpstr>
      <vt:lpstr>Stuff &amp; More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Herman Ras</dc:creator>
  <cp:lastModifiedBy>Herman Ras</cp:lastModifiedBy>
  <cp:revision>3</cp:revision>
  <dcterms:created xsi:type="dcterms:W3CDTF">2026-01-29T12:44:25Z</dcterms:created>
  <dcterms:modified xsi:type="dcterms:W3CDTF">2026-01-29T12:57:14Z</dcterms:modified>
</cp:coreProperties>
</file>