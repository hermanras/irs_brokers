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5180-840F-F208-763C-651F9AF02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095B4-3295-563B-1945-27D30E378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AD792-5D69-4F00-350F-B53AEFCE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80E03-191F-191B-C938-DF58D0A1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E8C06-C195-D2F6-F243-865DFAFE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557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F1C3-9F0B-8F9C-5BA4-EFE4663E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E69F6-CA53-73B2-CDBF-D85A11DF2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41DB1-1B3A-153C-0B79-D5059802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7A411-051B-D6D7-89FD-32F16160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9EBB7-E8F4-DC67-BDBE-028BA1A4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715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DAC7-B0E1-EEC1-F476-3225143B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3F15C-F42D-F342-320F-F62D5E1BC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0B640-294D-FB66-5BCD-22589E06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1725B-EC68-EB51-879B-8F069712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DD735-A886-146B-4A64-4E18765A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211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26A6-09FD-F63B-63BF-517BF1BE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B7F33-F7B3-7A1A-2840-8E204ADF7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D1211-4C46-56B5-4968-7130506EB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71137-3EFE-5C38-F849-7C5F569D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04DD0-4AC1-2AEE-7767-78DD6FA7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58A76-46DC-1308-19A5-D78624A3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955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5747-4B75-6943-72E7-EC7FF3F0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D1441-196D-ACBF-C42E-1F5D80FEF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973D3-C54F-B530-2F7D-26BD9D650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A650B-AC30-8E7C-4838-3BA8CB6BA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A9D5AD-8489-1F7E-4386-7F63F7F0D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35F8B-3588-D04B-DE8D-BC555036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42500E-3C7B-3951-EF17-D30BE71A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2F5E48-3028-4D5E-376D-C6860245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918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C1A8-7E1B-B8F3-C249-06850577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F31F1-AEC7-FF3A-D19B-BACD8989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8DB34-1972-21CE-9508-282DD6EC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91E69-2211-245E-874C-2452F754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1571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CF023-AC4F-4B37-10DF-C8C23486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AA451-2157-5465-0350-6AD75606E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03A97-B808-778B-1406-9D6AEC66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759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D260-3818-9FA5-8EBE-E9B59404B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EDD4D-13DE-6440-E822-3DFA90885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D7130-928F-2980-29CE-23398716E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FF5EC-6F55-5C03-714A-9D0387E94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4C7DE-4EEC-32D3-9573-A1C3CBDD5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DFD78-920C-DC3D-2337-A1C8E575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213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E3C79-824B-FE6B-D9B7-53C17FEA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8E88C-AB30-93E5-C2F3-016DE7EBA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E4408-0362-9FDE-DAD2-AE21CBC35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7DE38-9B23-DDD8-3B73-AA819980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F4964-AF34-0249-2C5B-19CB0593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61EA8-9D93-DC2D-2DBC-8BFB2C59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94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4174-249E-0BEC-CA4B-2FFA3C60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804F7-7A0B-B201-9367-0194C697C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970F7-D820-623A-62C9-CE2B640BF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F034C-1953-B41C-5A66-1B11D6A1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479F-E148-922B-EFD0-6A779F75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287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0DF956-080D-EC36-BB33-06AEDB927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B3FAB-3514-F413-A990-426383289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8DFB2-4A73-9176-6051-29E7011EA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ADBFD-9F26-3A8A-8B96-50C3E44F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B4042-6EE0-ACE7-6C4E-01082C4B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151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29771-A49F-845C-E064-D8CFC6A54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07965-71FD-B38E-3BF1-9B83A4177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0A633-3130-3303-36F5-94E2C2DD6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E1C4F-0E79-728F-8E87-ADF015443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DF1B2-3AEA-FED9-50E1-7C76D954C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355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C5F1-1C1C-21F7-1B35-A10C9212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Leslie Heppell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1D65B5-21FA-DBB1-2CD4-DCBB1FAE5B14}"/>
              </a:ext>
            </a:extLst>
          </p:cNvPr>
          <p:cNvSpPr/>
          <p:nvPr/>
        </p:nvSpPr>
        <p:spPr>
          <a:xfrm>
            <a:off x="2497393" y="1645111"/>
            <a:ext cx="6666270" cy="23499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955719-76D8-8881-0393-9022F10805E8}"/>
              </a:ext>
            </a:extLst>
          </p:cNvPr>
          <p:cNvSpPr txBox="1"/>
          <p:nvPr/>
        </p:nvSpPr>
        <p:spPr>
          <a:xfrm>
            <a:off x="2497395" y="1645111"/>
            <a:ext cx="6581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>
                <a:solidFill>
                  <a:srgbClr val="D02B2B"/>
                </a:solidFill>
                <a:latin typeface="Baskerville Old Face" panose="02020602080505020303" pitchFamily="18" charset="0"/>
                <a:cs typeface="Aldhabi" panose="020F0502020204030204" pitchFamily="2" charset="-78"/>
              </a:rPr>
              <a:t>Leslie Heppell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19474-DE9F-539C-B218-D1466A6E2EC1}"/>
              </a:ext>
            </a:extLst>
          </p:cNvPr>
          <p:cNvSpPr txBox="1"/>
          <p:nvPr/>
        </p:nvSpPr>
        <p:spPr>
          <a:xfrm>
            <a:off x="2497393" y="1952887"/>
            <a:ext cx="6495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dirty="0">
                <a:latin typeface="HGMaruGothicMPRO" panose="020F0400000000000000" pitchFamily="34" charset="-128"/>
                <a:ea typeface="HGMaruGothicMPRO" panose="020F0400000000000000" pitchFamily="34" charset="-128"/>
              </a:rPr>
              <a:t>Chief Executive Officer (SA)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AE5C2D-AAEE-36FF-01B2-1B17E1FEB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1" r="7891"/>
          <a:stretch/>
        </p:blipFill>
        <p:spPr>
          <a:xfrm>
            <a:off x="2597161" y="2337157"/>
            <a:ext cx="1296414" cy="158137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F5B140-29AA-E366-BCFD-22DA2B23A571}"/>
              </a:ext>
            </a:extLst>
          </p:cNvPr>
          <p:cNvCxnSpPr/>
          <p:nvPr/>
        </p:nvCxnSpPr>
        <p:spPr>
          <a:xfrm>
            <a:off x="4031226" y="3127842"/>
            <a:ext cx="4041058" cy="0"/>
          </a:xfrm>
          <a:prstGeom prst="line">
            <a:avLst/>
          </a:prstGeom>
          <a:ln>
            <a:solidFill>
              <a:srgbClr val="E4B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E58533D-F2FF-542C-2CC3-235DC9993C2F}"/>
              </a:ext>
            </a:extLst>
          </p:cNvPr>
          <p:cNvSpPr txBox="1"/>
          <p:nvPr/>
        </p:nvSpPr>
        <p:spPr>
          <a:xfrm>
            <a:off x="3914686" y="3155929"/>
            <a:ext cx="5164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rgbClr val="D02B2B"/>
                </a:solidFill>
                <a:latin typeface="Baskerville Old Face" panose="02020602080505020303" pitchFamily="18" charset="0"/>
                <a:cs typeface="Aldhabi" panose="020F0502020204030204" pitchFamily="2" charset="-78"/>
              </a:rPr>
              <a:t>IRS BROKERS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87D021-147D-A219-5D0D-DEC8DDABB0C4}"/>
              </a:ext>
            </a:extLst>
          </p:cNvPr>
          <p:cNvSpPr txBox="1"/>
          <p:nvPr/>
        </p:nvSpPr>
        <p:spPr>
          <a:xfrm>
            <a:off x="3914685" y="3421814"/>
            <a:ext cx="3711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dirty="0">
                <a:latin typeface="HGMaruGothicMPRO" panose="020F0400000000000000" pitchFamily="34" charset="-128"/>
                <a:ea typeface="HGMaruGothicMPRO" panose="020F0400000000000000" pitchFamily="34" charset="-128"/>
                <a:cs typeface="Browallia New" panose="020B0502040204020203" pitchFamily="34" charset="-34"/>
              </a:rPr>
              <a:t>Short-term Insurance Brokers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34492-EF1F-4E42-35A4-30B2E151254F}"/>
              </a:ext>
            </a:extLst>
          </p:cNvPr>
          <p:cNvSpPr txBox="1"/>
          <p:nvPr/>
        </p:nvSpPr>
        <p:spPr>
          <a:xfrm>
            <a:off x="3908322" y="2612219"/>
            <a:ext cx="3824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>
                <a:latin typeface="HGMaruGothicMPRO" panose="020F0400000000000000" pitchFamily="34" charset="-128"/>
                <a:ea typeface="HGMaruGothicMPRO" panose="020F0400000000000000" pitchFamily="34" charset="-128"/>
              </a:rPr>
              <a:t>☎ 079 419 9493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6C7BD-A0FB-B4D0-DB3F-1568C28021EF}"/>
              </a:ext>
            </a:extLst>
          </p:cNvPr>
          <p:cNvSpPr txBox="1"/>
          <p:nvPr/>
        </p:nvSpPr>
        <p:spPr>
          <a:xfrm>
            <a:off x="3908322" y="2401701"/>
            <a:ext cx="3824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>
                <a:latin typeface="HGMaruGothicMPRO" panose="020F0400000000000000" pitchFamily="34" charset="-128"/>
                <a:ea typeface="HGMaruGothicMPRO" panose="020F0400000000000000" pitchFamily="34" charset="-128"/>
              </a:rPr>
              <a:t>✉ Leslie@irsbrokers.co.za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7A7C8-5952-4125-AF6C-90D2BB753CF6}"/>
              </a:ext>
            </a:extLst>
          </p:cNvPr>
          <p:cNvSpPr txBox="1"/>
          <p:nvPr/>
        </p:nvSpPr>
        <p:spPr>
          <a:xfrm>
            <a:off x="3908321" y="2801810"/>
            <a:ext cx="3824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>
                <a:latin typeface="HGMaruGothicMPRO" panose="020F0400000000000000" pitchFamily="34" charset="-128"/>
                <a:ea typeface="HGMaruGothicMPRO" panose="020F0400000000000000" pitchFamily="34" charset="-128"/>
              </a:rPr>
              <a:t>🌏︎ www.drdconsulting.co</a:t>
            </a:r>
          </a:p>
        </p:txBody>
      </p:sp>
    </p:spTree>
    <p:extLst>
      <p:ext uri="{BB962C8B-B14F-4D97-AF65-F5344CB8AC3E}">
        <p14:creationId xmlns:p14="http://schemas.microsoft.com/office/powerpoint/2010/main" val="2895375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0</TotalTime>
  <Words>34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HGMaruGothicMPRO</vt:lpstr>
      <vt:lpstr>Aptos</vt:lpstr>
      <vt:lpstr>Aptos Display</vt:lpstr>
      <vt:lpstr>Arial</vt:lpstr>
      <vt:lpstr>Baskerville Old Face</vt:lpstr>
      <vt:lpstr>Office Theme</vt:lpstr>
      <vt:lpstr>Leslie Heppell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Herman Ras</dc:creator>
  <cp:lastModifiedBy>Herman Ras</cp:lastModifiedBy>
  <cp:revision>2</cp:revision>
  <dcterms:created xsi:type="dcterms:W3CDTF">2026-01-29T12:44:25Z</dcterms:created>
  <dcterms:modified xsi:type="dcterms:W3CDTF">2026-01-29T12:52:54Z</dcterms:modified>
</cp:coreProperties>
</file>